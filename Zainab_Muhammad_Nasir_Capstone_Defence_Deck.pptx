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HEALTH PATTERNS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Utilisation Analysis of Health Facility Visit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1280160" cy="45720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1206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2D  |  SCA Technical Deep Dive 3.0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 Muhammad Nasir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Defence — 15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service utilisation and facility performance vary across regions, but the state health programme lacks a consolidated, region-level view of where demand is highest, which facilities and services drive regional differences, and where resource-planning gaps exist.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the highest and lowest utilisation?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facilities/services drive regional differences?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notable geographic imbalances?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regional patterns change over time?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212080" cy="4937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visits analysed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facilities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846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2024 – Aug 2026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Modelling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 duplicate visit records; filled 340 missing wait-time and 221 missing cost values with dataset averages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43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star schema — Health_Visits_FACT connected to Facilities, Patients, Services, and a dedicated Date dimension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43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 for Total Visits, Unique Patients, Average Wait Time, Average Cost, and Referral Rate 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371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28116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11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743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regions on utilisation, facility count, service mix, cost, wait time, and month-by-month trend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dedicated Date table? It guarantees every day in the reporting window is represented — even ones with zero visits — so monthly trend comparisons never silently skip a gap.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Page 1: Executive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4415" cy="443484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4" name="Image 0" descr="images/exec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80160"/>
            <a:ext cx="10820095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KPIs, regional summary table, and monthly visit trend across all four regions (Jan 2024 – Aug 2026).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Page 2: Trend and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4415" cy="443484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4" name="Image 0" descr="images/trend_perform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80160"/>
            <a:ext cx="10820095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East (highlighted) leads total visits, while average wait time and cost stay consistent across every region.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Page 3: Detailed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4415" cy="4434840"/>
          </a:xfrm>
          <a:prstGeom prst="rect">
            <a:avLst/>
          </a:prstGeom>
          <a:solidFill>
            <a:srgbClr val="F5F7FB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4" name="Image 0" descr="images/detailed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80160"/>
            <a:ext cx="10820095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mix by region and facility-level detail — confirming the pattern holds down to individual facilities.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Evidence-Based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344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East's higher visit volume (14,578) is explained entirely by operating 13 facilities — 4 more than any other region.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facility are nearly identical everywhere (1,087–1,130) — facility workload is balanced nationwide.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5468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mix is proportionally consistent across all regions (8.8%–11% per service) — no region has distinct care needs.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148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volumes are stable over time in every region, from 2024 through 2026 — the pattern is structural, not recent.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73152" cy="914400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74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7492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(65.2–65.9 min) and cost (₦8,948–₦8,998) are virtually uniform system-wide — no facility is a bottleneck.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facility distribution across regions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East's volume reflects facility count, not demand. Assess whether North Central, North West, and South West need additional facilities to match coverage — especially where population sizes are comparable.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26317A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current staffing and resourcing models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918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time, cost, and visits-per-facility are consistent nationwide. Resources should scale with facility count, not be redirected based on regional totals alone.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26317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645920"/>
            <a:ext cx="502920" cy="50292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absence of South East and South South facilities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zones have zero representation in the dataset. Confirm whether this is a genuine PHC coverage gap or a data-reporting gap that needs correcting.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 |  Capstone Project 2D — Geographic Health Patterns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to walk through: Power Query cleaning decisions, the star-schema model and Date table, each DAX measure, and how the evidence led to a facility-distribution recommendation rather than a performance narrative.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1280160" cy="45720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 Muhammad Nasir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Technical Deep Dive 3.0 — Cohort 3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2D: Geographic Health Patterns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2026-09-14T23:21:37Z</dcterms:created>
  <dcterms:modified xsi:type="dcterms:W3CDTF">2026-09-14T23:21:37Z</dcterms:modified>
</cp:coreProperties>
</file>